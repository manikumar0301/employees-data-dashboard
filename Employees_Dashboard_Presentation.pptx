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Employees Data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for Management &amp; HR Decision Making</a:t>
            </a:r>
          </a:p>
          <a:p>
            <a:r>
              <a:t>Created by: Manikumar Mathangi</a:t>
            </a:r>
          </a:p>
          <a:p>
            <a:r>
              <a:t>Tool Used: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Track employee distribution</a:t>
            </a:r>
          </a:p>
          <a:p>
            <a:r>
              <a:t>• Monitor salary &amp; bonus costs</a:t>
            </a:r>
          </a:p>
          <a:p>
            <a:r>
              <a:t>• Evaluate department performance</a:t>
            </a:r>
          </a:p>
          <a:p>
            <a:r>
              <a:t>• Understand employee 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Employees: 25</a:t>
            </a:r>
          </a:p>
          <a:p>
            <a:r>
              <a:t>• Projects Completed: 295</a:t>
            </a:r>
          </a:p>
          <a:p>
            <a:r>
              <a:t>• Total Salary Cost: ₹1.53M</a:t>
            </a:r>
          </a:p>
          <a:p>
            <a:r>
              <a:t>• Total Bonus Paid: ₹137.3K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Completed by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&amp; IT lead in productivity</a:t>
            </a:r>
          </a:p>
          <a:p>
            <a:r>
              <a:t>• HR &amp; Operations have lower contribution</a:t>
            </a:r>
          </a:p>
          <a:p>
            <a:r>
              <a:t>• Helps management allocate workload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Salary Distribution by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 &amp; Sales have highest salary cost</a:t>
            </a:r>
          </a:p>
          <a:p>
            <a:r>
              <a:t>• HR has lowest cost</a:t>
            </a:r>
          </a:p>
          <a:p>
            <a:r>
              <a:t>• Useful for budget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Score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shows highest performance</a:t>
            </a:r>
          </a:p>
          <a:p>
            <a:r>
              <a:t>• HR needs improvement</a:t>
            </a:r>
          </a:p>
          <a:p>
            <a:r>
              <a:t>• Supports performance appraisal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Work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 &amp; Marketing use more remote days</a:t>
            </a:r>
          </a:p>
          <a:p>
            <a:r>
              <a:t>• Helps understand work culture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Satisfaction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has highest satisfaction</a:t>
            </a:r>
          </a:p>
          <a:p>
            <a:r>
              <a:t>• HR has lowest satisfaction</a:t>
            </a:r>
          </a:p>
          <a:p>
            <a:r>
              <a:t>• HR action required for retention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is high performing but high cost</a:t>
            </a:r>
          </a:p>
          <a:p>
            <a:r>
              <a:t>• HR needs engagement improvement</a:t>
            </a:r>
          </a:p>
          <a:p>
            <a:r>
              <a:t>• Balanced salary vs performance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Dashboard supports strategic decisions</a:t>
            </a:r>
          </a:p>
          <a:p>
            <a:r>
              <a:t>• Useful for HR &amp; management teams</a:t>
            </a:r>
          </a:p>
          <a:p>
            <a:r>
              <a:t>• Can be extended with attrition &amp; trend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