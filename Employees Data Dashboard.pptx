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8" r:id="rId2"/>
    <p:sldId id="259" r:id="rId3"/>
    <p:sldId id="260" r:id="rId4"/>
    <p:sldId id="264" r:id="rId5"/>
    <p:sldId id="261" r:id="rId6"/>
    <p:sldId id="265" r:id="rId7"/>
    <p:sldId id="267" r:id="rId8"/>
    <p:sldId id="268" r:id="rId9"/>
    <p:sldId id="269" r:id="rId10"/>
    <p:sldId id="270" r:id="rId11"/>
    <p:sldId id="27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58BC8E8-DB7D-4973-B4E1-127E1057B049}">
          <p14:sldIdLst>
            <p14:sldId id="258"/>
            <p14:sldId id="259"/>
            <p14:sldId id="260"/>
            <p14:sldId id="264"/>
            <p14:sldId id="261"/>
            <p14:sldId id="265"/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54AF-4E13-4EB4-802D-1A12FD4689D0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06A0-7C2A-4EB2-9F5F-0B360EF3EBE5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0311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54AF-4E13-4EB4-802D-1A12FD4689D0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06A0-7C2A-4EB2-9F5F-0B360EF3E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274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54AF-4E13-4EB4-802D-1A12FD4689D0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06A0-7C2A-4EB2-9F5F-0B360EF3E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98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54AF-4E13-4EB4-802D-1A12FD4689D0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06A0-7C2A-4EB2-9F5F-0B360EF3E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387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54AF-4E13-4EB4-802D-1A12FD4689D0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06A0-7C2A-4EB2-9F5F-0B360EF3E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6292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54AF-4E13-4EB4-802D-1A12FD4689D0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06A0-7C2A-4EB2-9F5F-0B360EF3E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883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54AF-4E13-4EB4-802D-1A12FD4689D0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06A0-7C2A-4EB2-9F5F-0B360EF3E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63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54AF-4E13-4EB4-802D-1A12FD4689D0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06A0-7C2A-4EB2-9F5F-0B360EF3E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342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54AF-4E13-4EB4-802D-1A12FD4689D0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06A0-7C2A-4EB2-9F5F-0B360EF3E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9999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54AF-4E13-4EB4-802D-1A12FD4689D0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06A0-7C2A-4EB2-9F5F-0B360EF3E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53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54AF-4E13-4EB4-802D-1A12FD4689D0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06A0-7C2A-4EB2-9F5F-0B360EF3E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86890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54AF-4E13-4EB4-802D-1A12FD4689D0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06A0-7C2A-4EB2-9F5F-0B360EF3EBE5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14222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54AF-4E13-4EB4-802D-1A12FD4689D0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06A0-7C2A-4EB2-9F5F-0B360EF3E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7551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54AF-4E13-4EB4-802D-1A12FD4689D0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06A0-7C2A-4EB2-9F5F-0B360EF3EBE5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974961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54AF-4E13-4EB4-802D-1A12FD4689D0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06A0-7C2A-4EB2-9F5F-0B360EF3E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2242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54AF-4E13-4EB4-802D-1A12FD4689D0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06A0-7C2A-4EB2-9F5F-0B360EF3E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65391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54AF-4E13-4EB4-802D-1A12FD4689D0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806A0-7C2A-4EB2-9F5F-0B360EF3E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194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10454AF-4E13-4EB4-802D-1A12FD4689D0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23806A0-7C2A-4EB2-9F5F-0B360EF3E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5338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21B1AF-86C4-26B9-FC47-0E64190B4F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22362"/>
            <a:ext cx="10078065" cy="2613896"/>
          </a:xfrm>
        </p:spPr>
        <p:txBody>
          <a:bodyPr>
            <a:normAutofit fontScale="90000"/>
          </a:bodyPr>
          <a:lstStyle/>
          <a:p>
            <a:r>
              <a:rPr lang="en-US" sz="5300" dirty="0">
                <a:solidFill>
                  <a:schemeClr val="accent2"/>
                </a:solidFill>
              </a:rPr>
              <a:t>Employees Data Dashboard</a:t>
            </a: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53D9D4D-AEA8-69FA-412B-49C439989E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70200"/>
            <a:ext cx="9144000" cy="1495323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Dashboard for management &amp;HR decision Making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Created by: Manikumar Mathangi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Tool Used by: Power Bi</a:t>
            </a:r>
            <a:endParaRPr lang="en-IN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186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3BCA8-6CA1-5895-12D3-B8401AEE8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983227"/>
            <a:ext cx="8534400" cy="1002889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Business Objective</a:t>
            </a:r>
            <a:endParaRPr lang="en-IN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0991C-DCBC-9EBE-3366-DFC0A9F84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2153265"/>
            <a:ext cx="8534400" cy="263504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    Track employee Distribution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    Monitor Salary &amp; bons costs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    Evaluate department performance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    Understand employee Satisfaction</a:t>
            </a:r>
            <a:endParaRPr lang="en-US" dirty="0">
              <a:solidFill>
                <a:schemeClr val="tx1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4185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E05D1-8DB7-80F0-0F38-A69040B2C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589935"/>
            <a:ext cx="8534400" cy="122903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Key KPIs Overview</a:t>
            </a:r>
            <a:endParaRPr lang="en-IN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E0C35-674D-3099-E9B9-F08B26311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2084439"/>
            <a:ext cx="8534400" cy="221662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    Total employees : 25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    Projects Completed : 295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    Total Salary : ₹1.53M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    Total bonus paid : ₹137.3K</a:t>
            </a:r>
            <a:endParaRPr lang="en-IN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6757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BA4E0-430F-C278-2107-71B6B8579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5600" cy="978310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rgbClr val="7030A0"/>
                </a:solidFill>
              </a:rPr>
              <a:t>Projects completed by department</a:t>
            </a:r>
            <a:endParaRPr lang="en-IN" sz="3200" dirty="0">
              <a:solidFill>
                <a:srgbClr val="7030A0"/>
              </a:solidFill>
            </a:endParaRPr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F68A61F9-0910-9713-9C09-EE5697DC883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84" b="15584"/>
          <a:stretch>
            <a:fillRect/>
          </a:stretch>
        </p:blipFill>
        <p:spPr>
          <a:xfrm>
            <a:off x="7590503" y="1818968"/>
            <a:ext cx="3961122" cy="3003756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95A4BB-3CC3-CC66-AD87-675AB890A4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2807" y="1875503"/>
            <a:ext cx="6927696" cy="3106994"/>
          </a:xfrm>
        </p:spPr>
        <p:txBody>
          <a:bodyPr>
            <a:normAutofit fontScale="92500"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Sales &amp; IT lead in productivity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 HR &amp; Operations have lower contribution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chemeClr val="tx1"/>
                </a:solidFill>
              </a:rPr>
              <a:t> Helps management allocate workload</a:t>
            </a:r>
          </a:p>
          <a:p>
            <a:pPr marL="457200" indent="-457200">
              <a:lnSpc>
                <a:spcPct val="160000"/>
              </a:lnSpc>
              <a:buFont typeface="Wingdings" panose="05000000000000000000" pitchFamily="2" charset="2"/>
              <a:buChar char="Ø"/>
            </a:pPr>
            <a:endParaRPr lang="en-US" sz="2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8488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8BF20-FBE5-85C2-E9B4-A59435B2B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216310"/>
            <a:ext cx="10514730" cy="1337187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7030A0"/>
                </a:solidFill>
              </a:rPr>
              <a:t>Salary distribution by Departments</a:t>
            </a:r>
            <a:endParaRPr lang="en-IN" sz="3200" dirty="0">
              <a:solidFill>
                <a:srgbClr val="7030A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E069D4-2071-39A2-B2D2-15E430156F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1406" y="1868130"/>
            <a:ext cx="4847304" cy="3116826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6CD039-1720-4CE2-75F6-8EA1943E1FB9}"/>
              </a:ext>
            </a:extLst>
          </p:cNvPr>
          <p:cNvSpPr txBox="1"/>
          <p:nvPr/>
        </p:nvSpPr>
        <p:spPr>
          <a:xfrm>
            <a:off x="1288024" y="2061211"/>
            <a:ext cx="5437241" cy="2238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IT &amp; Sales have highest salary cost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HR has a lowest Salary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Useful for budget Planning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355594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C2C3B-5F35-EBEE-3E66-D5B709047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6" y="457200"/>
            <a:ext cx="11159612" cy="1106129"/>
          </a:xfrm>
        </p:spPr>
        <p:txBody>
          <a:bodyPr>
            <a:noAutofit/>
          </a:bodyPr>
          <a:lstStyle/>
          <a:p>
            <a:pPr algn="ctr"/>
            <a:r>
              <a:rPr lang="en-IN" sz="3200" dirty="0">
                <a:solidFill>
                  <a:srgbClr val="7030A0"/>
                </a:solidFill>
              </a:rPr>
              <a:t>Performance Score Analysis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82A65968-C67E-D6EB-E3D5-CADE2C68D2B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47" r="14847"/>
          <a:stretch>
            <a:fillRect/>
          </a:stretch>
        </p:blipFill>
        <p:spPr>
          <a:xfrm>
            <a:off x="7796981" y="2064774"/>
            <a:ext cx="4188541" cy="3018503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9DF70F-28B9-B289-BD0D-50BB6E5E07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60899" y="2161433"/>
            <a:ext cx="6573734" cy="3351136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IT shows highest performance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HR needs improvement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Supports performance appraisal decisions</a:t>
            </a:r>
          </a:p>
          <a:p>
            <a:pPr>
              <a:lnSpc>
                <a:spcPct val="150000"/>
              </a:lnSpc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109157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25E9F-2BD8-B83E-A107-41FB69829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19433"/>
            <a:ext cx="8534400" cy="1199536"/>
          </a:xfrm>
        </p:spPr>
        <p:txBody>
          <a:bodyPr>
            <a:normAutofit/>
          </a:bodyPr>
          <a:lstStyle/>
          <a:p>
            <a:pPr algn="ctr"/>
            <a:r>
              <a:rPr lang="en-IN" sz="3200" dirty="0">
                <a:solidFill>
                  <a:srgbClr val="7030A0"/>
                </a:solidFill>
              </a:rPr>
              <a:t>Remote Work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0EFC8A-61E4-F405-9F99-3E6D8FC032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2133601"/>
            <a:ext cx="3146322" cy="2903472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B3448B-FB4F-7569-F490-AAC95211B449}"/>
              </a:ext>
            </a:extLst>
          </p:cNvPr>
          <p:cNvSpPr txBox="1"/>
          <p:nvPr/>
        </p:nvSpPr>
        <p:spPr>
          <a:xfrm>
            <a:off x="838201" y="2133601"/>
            <a:ext cx="7086600" cy="1222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 </a:t>
            </a:r>
            <a:r>
              <a:rPr lang="en-US" sz="2400" dirty="0"/>
              <a:t>IT &amp; Marketing use more remote days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 Helps understand work culture trends</a:t>
            </a:r>
          </a:p>
        </p:txBody>
      </p:sp>
    </p:spTree>
    <p:extLst>
      <p:ext uri="{BB962C8B-B14F-4D97-AF65-F5344CB8AC3E}">
        <p14:creationId xmlns:p14="http://schemas.microsoft.com/office/powerpoint/2010/main" val="1991918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6A6E1-8513-0B6F-C351-0436B7D96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554" y="471948"/>
            <a:ext cx="9875520" cy="1356360"/>
          </a:xfrm>
        </p:spPr>
        <p:txBody>
          <a:bodyPr>
            <a:normAutofit/>
          </a:bodyPr>
          <a:lstStyle/>
          <a:p>
            <a:pPr algn="ctr"/>
            <a:r>
              <a:rPr lang="en-IN" sz="3200" dirty="0">
                <a:solidFill>
                  <a:srgbClr val="7030A0"/>
                </a:solidFill>
              </a:rPr>
              <a:t>Employee Satisfaction Insights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A1AFEB-CB5C-9F25-F778-1E9C61AD5C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15316" y="1986117"/>
            <a:ext cx="4227871" cy="3161740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FE3B452-79C3-9C45-1625-26735F477222}"/>
              </a:ext>
            </a:extLst>
          </p:cNvPr>
          <p:cNvSpPr txBox="1"/>
          <p:nvPr/>
        </p:nvSpPr>
        <p:spPr>
          <a:xfrm>
            <a:off x="1125794" y="2153266"/>
            <a:ext cx="5540477" cy="1776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accent1"/>
                </a:solidFill>
              </a:rPr>
              <a:t> </a:t>
            </a:r>
            <a:r>
              <a:rPr lang="en-US" sz="2400" dirty="0"/>
              <a:t>IT has highest satisfaction</a:t>
            </a:r>
          </a:p>
          <a:p>
            <a:pPr marL="457200" indent="-4572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 HR has lowest satisfaction</a:t>
            </a:r>
          </a:p>
          <a:p>
            <a:pPr marL="457200" indent="-45720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 HR action required for retention</a:t>
            </a:r>
          </a:p>
        </p:txBody>
      </p:sp>
    </p:spTree>
    <p:extLst>
      <p:ext uri="{BB962C8B-B14F-4D97-AF65-F5344CB8AC3E}">
        <p14:creationId xmlns:p14="http://schemas.microsoft.com/office/powerpoint/2010/main" val="302900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06C29-3CBC-0EB9-FA26-CE2AEB926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796413"/>
            <a:ext cx="8534400" cy="1238864"/>
          </a:xfrm>
        </p:spPr>
        <p:txBody>
          <a:bodyPr>
            <a:normAutofit/>
          </a:bodyPr>
          <a:lstStyle/>
          <a:p>
            <a:pPr algn="ctr"/>
            <a:r>
              <a:rPr lang="en-IN" sz="3200" dirty="0">
                <a:solidFill>
                  <a:srgbClr val="7030A0"/>
                </a:solidFill>
              </a:rPr>
              <a:t>Key 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4978D-C35A-E435-1AC4-25698C328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897627"/>
            <a:ext cx="8534400" cy="2925098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Sales is high performing but high cost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 HR needs engagement improvement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 Balanced salary vs performance needed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4269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ADB22-DA07-17AA-8EB4-1DAB69E3A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511276"/>
            <a:ext cx="8534400" cy="1052053"/>
          </a:xfrm>
        </p:spPr>
        <p:txBody>
          <a:bodyPr>
            <a:normAutofit/>
          </a:bodyPr>
          <a:lstStyle/>
          <a:p>
            <a:pPr algn="ctr"/>
            <a:r>
              <a:rPr lang="en-IN" sz="3200" dirty="0">
                <a:solidFill>
                  <a:srgbClr val="7030A0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A2296-82B6-B912-AA91-D8E584432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563329"/>
            <a:ext cx="8534400" cy="2782529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Dashboard supports strategic decisions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 Useful for HR &amp; management teams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3526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46D59-EA35-24E9-EA0E-663463513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90916"/>
            <a:ext cx="9544665" cy="1524000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0929306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1009</TotalTime>
  <Words>198</Words>
  <Application>Microsoft Office PowerPoint</Application>
  <PresentationFormat>Widescreen</PresentationFormat>
  <Paragraphs>41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Century Gothic</vt:lpstr>
      <vt:lpstr>Wingdings</vt:lpstr>
      <vt:lpstr>Wingdings 3</vt:lpstr>
      <vt:lpstr>Slice</vt:lpstr>
      <vt:lpstr>Employees Data Dashboard  </vt:lpstr>
      <vt:lpstr>Business Objective</vt:lpstr>
      <vt:lpstr>Key KPIs Overview</vt:lpstr>
      <vt:lpstr>Projects completed by department</vt:lpstr>
      <vt:lpstr>Salary distribution by Departments</vt:lpstr>
      <vt:lpstr>Performance Score Analysis</vt:lpstr>
      <vt:lpstr>Remote Work Analysis</vt:lpstr>
      <vt:lpstr>Employee Satisfaction Insights</vt:lpstr>
      <vt:lpstr>Key Business Insights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manimathangi934@outlook.com</dc:creator>
  <cp:lastModifiedBy>manimathangi934@outlook.com</cp:lastModifiedBy>
  <cp:revision>8</cp:revision>
  <dcterms:created xsi:type="dcterms:W3CDTF">2025-12-24T05:01:06Z</dcterms:created>
  <dcterms:modified xsi:type="dcterms:W3CDTF">2026-01-01T12:55:51Z</dcterms:modified>
</cp:coreProperties>
</file>